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chair, introduce self and paper title. Keep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probing as the go-to technique. The properties we care about are inside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 slide. Walk top (fragmentation) then bottom (plug-in scaffold). The single visual the talk hinges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Empirical setup. Hold on the heatmap briefly; punchline is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punchline: fragmentation is real. Point to cells where the winner flips.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oracle. It measures whether fusion even has a ceiling worth chasing.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Green-vs-blue gap is the ceiling. Orange bar shows simple stacking already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Spearman between probes. Clusters are clean and consistent across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Counterintuitive: more orthogonal is not more useful. Competence is the missing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design targets fall out of the three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Stage 1 then Stage 2. Emphasize decision-level fusion and plug-in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result. 15/15 is every dataset-model combination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Naive fusion hurts. Library diversity is the lift on heterogeneous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one-liner. Recap three contributions in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invite questions. Swap placeholder for the real QR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5CF6"/>
                </a:solidFill>
              </a:rPr>
              <a:t>Rethinking LLM Internal-State Probing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563EB"/>
                </a:solidFill>
              </a:rPr>
              <a:t>From Fragmented Signals to Extensible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1E1E"/>
                </a:solidFill>
              </a:rPr>
              <a:t>Junyi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6464"/>
                </a:solidFill>
              </a:rPr>
              <a:t>University of Auckland    ·    NeurIPS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Why Probe LLMs?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Many deployment-critical properties are latent: hallucination, factuality, calibration, tool invocation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Probing reads an internal signal from a frozen LLM and fits a lightweight classifier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No finetuning, cheap to scale: a default tool in modern LLM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From Fragmented Probes to an Extensible Scaffold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389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03920" cy="45851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</a:rPr>
              <a:t>Top: current paradigm, probes read in isolation.    Bottom: ideal paradigm, probes plug into a shared scaffold.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RQ1: Does Any Probe Generalize?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8404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Benchmark: 7 representative probes × 5 classification datasets × 3 open LLMs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Tasks span hallucination, factuality, math, tool routing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Each probe uses its original pipeline and hyperparameters</a:t>
            </a:r>
          </a:p>
        </p:txBody>
      </p:sp>
      <p:pic>
        <p:nvPicPr>
          <p:cNvPr id="5" name="Picture 4" descr="fig_baselin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749039"/>
            <a:ext cx="9784080" cy="31359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No Single Probe Dominates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3832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baselin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784080" cy="31359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120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E1E1E"/>
                </a:solidFill>
              </a:rPr>
              <a:t>•  Column-winning probe shifts across tasks and models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E1E1E"/>
                </a:solidFill>
              </a:rPr>
              <a:t>•  The ranking of probes changes in almost every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RQ2: Is Probe Disagreement Exploitable?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5120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Per-example oracle: for each test example, pick the probe that gets it right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Headroom = oracle AUROC − best-single-probe AUROC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Small headroom: probes agree. Large headroom: probes make genuinely different errors.</a:t>
            </a:r>
          </a:p>
        </p:txBody>
      </p:sp>
      <p:pic>
        <p:nvPicPr>
          <p:cNvPr id="5" name="Picture 4" descr="fig4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023360"/>
            <a:ext cx="7589520" cy="26687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Probes Make Genuinely Different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6634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2668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120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E1E1E"/>
                </a:solidFill>
              </a:rPr>
              <a:t>•  Oracle headroom exceeds 10 pp on every dataset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E1E1E"/>
                </a:solidFill>
              </a:rPr>
              <a:t>•  Simple stacking already captures part of it: the complementarity is exploitable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RQ3: Where Does the Diversity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54864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7135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1E1E"/>
                </a:solidFill>
              </a:rPr>
              <a:t>•  Probes cluster by signal family: hidden-state, attention, generation-side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1E1E"/>
                </a:solidFill>
              </a:rPr>
              <a:t>•  Cross-family correlation is low: diversity is structural, not random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But Orthogonality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389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mpe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4491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1E1E"/>
                </a:solidFill>
              </a:rPr>
              <a:t>•  Most-orthogonal probes (generation-side) contribute the least because they are weakest in isolation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1E1E"/>
                </a:solidFill>
              </a:rPr>
              <a:t>•  Effective fusion needs diversity AND individual probe competence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Design Targets for the Scaffold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2976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E1E1E"/>
                </a:solidFill>
              </a:rPr>
              <a:t>•  (i)  Decision-level fusion  →  keep each probe's prediction separate, preserve cross-family orthogonality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E1E1E"/>
                </a:solidFill>
              </a:rPr>
              <a:t>•  (ii) Learned meta-combiner  →  per-task weighting, no manual probe selection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E1E1E"/>
                </a:solidFill>
              </a:rPr>
              <a:t>•  (iii) Plug-in extensibility  →  adding a new probe requires retraining only the combiner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The Scaffold: Two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2918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36576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/>
            <a:r>
              <a:rPr sz="2200" b="1">
                <a:solidFill>
                  <a:srgbClr val="8B5CF6"/>
                </a:solidFill>
              </a:rPr>
              <a:t>Stage 1 — Per-expert prediction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E1E1E"/>
                </a:solidFill>
              </a:rPr>
              <a:t>Each probe wrapped in an identical predictor:
• StandardScaler + PCA
• Logistic regression (linear)
• Gradient-boosted trees (nonlinear)
→ 5-fold out-of-fold probabilities per probe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03520" cy="3657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/>
            <a:r>
              <a:rPr sz="2200" b="1">
                <a:solidFill>
                  <a:srgbClr val="2563EB"/>
                </a:solidFill>
              </a:rPr>
              <a:t>Stage 2 — Meta-classification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E1E1E"/>
                </a:solidFill>
              </a:rPr>
              <a:t>Concatenate all per-expert probabilities
into a meta-feature vector
Fit L2-regularized logistic regression
with cross-validated strength
→ Final class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6464"/>
                </a:solidFill>
              </a:rPr>
              <a:t>Adding a new probe: train its expert, refit the combiner. Existing experts are untouched.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B5CF6"/>
                </a:solidFill>
              </a:rPr>
              <a:t>Ranks first on all 15 dataset-model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563EB"/>
                </a:solidFill>
              </a:rPr>
              <a:t>+1.7%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1E1E"/>
                </a:solidFill>
              </a:rPr>
              <a:t>Median gain over best single 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0248" y="27432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563EB"/>
                </a:solidFill>
              </a:rPr>
              <a:t>+5.6%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248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1E1E"/>
                </a:solidFill>
              </a:rPr>
              <a:t>Largest single gain  (Qwen / When2Call)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27432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563EB"/>
                </a:solidFill>
              </a:rPr>
              <a:t>15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1E1E"/>
                </a:solidFill>
              </a:rPr>
              <a:t>Dataset-model pairs improved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6464"/>
                </a:solidFill>
              </a:rPr>
              <a:t>No task-specific tuning. Same pipeline, same hyperparameters across datasets and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Both Design Choices Are Load-Bearing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389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Meta-combiner:  replacing the learned combiner with Prediction Averaging loses up to 6.1 pp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Simple LR Stacking recovers most of it but still fails on When2Call (heterogeneous probe behavior)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Expert library:  LR-only or GBT-only loses several pp on heterogeneous tasks; LR + GBT covers both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E1E1E"/>
                </a:solidFill>
              </a:rPr>
              <a:t>•  Neural meta-learners (≈ 500K params) degrade by 2–9 pp: standard overfitting at these training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8B5CF6"/>
                </a:solidFill>
              </a:rPr>
              <a:t>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5544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8B5CF6"/>
                </a:solidFill>
              </a:rPr>
              <a:t>Stop searching for a universal probe.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563EB"/>
                </a:solidFill>
              </a:rPr>
              <a:t>Maintain a scaffold that absorbs each new signal as a plug-in expert.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</a:rPr>
              <a:t>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12064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</a:rPr>
              <a:t>No single probe generalizes;
oracle headroom is large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248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</a:rPr>
              <a:t>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512064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</a:rPr>
              <a:t>Disagreement clusters
by signal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</a:rPr>
              <a:t>Constructive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512064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6464"/>
                </a:solidFill>
              </a:rPr>
              <a:t>Two-stage scaffold wins
on all 15 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8B5CF6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563EB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1E1E"/>
                </a:solidFill>
              </a:rPr>
              <a:t>Paper + code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6464"/>
                </a:solidFill>
              </a:rPr>
              <a:t>(QR code placeholder — replace with real URL)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